
<file path=[Content_Types].xml><?xml version="1.0" encoding="utf-8"?>
<Types xmlns="http://schemas.openxmlformats.org/package/2006/content-types">
  <Default Extension="avif" ContentType="image/av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FBD26-29FA-4660-B211-17F74A9B2EB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6007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FBD26-29FA-4660-B211-17F74A9B2EB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2772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FBD26-29FA-4660-B211-17F74A9B2EB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146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FBD26-29FA-4660-B211-17F74A9B2EB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516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FBD26-29FA-4660-B211-17F74A9B2EB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419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FBD26-29FA-4660-B211-17F74A9B2EB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688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FBD26-29FA-4660-B211-17F74A9B2EB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935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FBD26-29FA-4660-B211-17F74A9B2EB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123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FBD26-29FA-4660-B211-17F74A9B2EB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5043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FBD26-29FA-4660-B211-17F74A9B2EB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338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FBD26-29FA-4660-B211-17F74A9B2EB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464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FBD26-29FA-4660-B211-17F74A9B2EB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01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FBD26-29FA-4660-B211-17F74A9B2EB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5106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FBD26-29FA-4660-B211-17F74A9B2EB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9127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FBD26-29FA-4660-B211-17F74A9B2EB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993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FBD26-29FA-4660-B211-17F74A9B2EB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772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FBD26-29FA-4660-B211-17F74A9B2EB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89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93FBD26-29FA-4660-B211-17F74A9B2EB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A3657-FD46-458A-938E-FC86858B7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638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av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eb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2E4E9-996C-689A-F547-3D0315764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220" y="252910"/>
            <a:ext cx="9885579" cy="1932580"/>
          </a:xfrm>
        </p:spPr>
        <p:txBody>
          <a:bodyPr/>
          <a:lstStyle/>
          <a:p>
            <a:r>
              <a:rPr lang="ru-RU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Индивидуальный проект</a:t>
            </a:r>
            <a:br>
              <a:rPr lang="ru-RU" dirty="0">
                <a:solidFill>
                  <a:schemeClr val="bg1"/>
                </a:solidFill>
              </a:rPr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0376D9-6805-15D2-6FD7-9D46E7A6F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1086" y="2076513"/>
            <a:ext cx="5990914" cy="1352487"/>
          </a:xfrm>
        </p:spPr>
        <p:txBody>
          <a:bodyPr>
            <a:normAutofit/>
          </a:bodyPr>
          <a:lstStyle/>
          <a:p>
            <a:pPr algn="r"/>
            <a:r>
              <a:rPr lang="ru-RU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Тема</a:t>
            </a:r>
            <a:r>
              <a:rPr 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ru-RU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Маршрутизируемая </a:t>
            </a:r>
            <a:r>
              <a:rPr 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IP-</a:t>
            </a:r>
            <a:r>
              <a:rPr lang="ru-RU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сеть с фильтрацией трафика и поддержкой распределяемой системы </a:t>
            </a:r>
            <a:r>
              <a:rPr 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IP-</a:t>
            </a:r>
            <a:r>
              <a:rPr lang="ru-RU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телефонии</a:t>
            </a:r>
            <a:r>
              <a:rPr lang="en-US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94D16-AB1B-9624-7557-438EF5CFB17F}"/>
              </a:ext>
            </a:extLst>
          </p:cNvPr>
          <p:cNvSpPr txBox="1"/>
          <p:nvPr/>
        </p:nvSpPr>
        <p:spPr>
          <a:xfrm>
            <a:off x="6096000" y="3775275"/>
            <a:ext cx="61383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/>
              <a:t>Работу выполнил Студент</a:t>
            </a:r>
            <a:r>
              <a:rPr lang="en-US" dirty="0"/>
              <a:t>:</a:t>
            </a:r>
            <a:r>
              <a:rPr lang="ru-RU" dirty="0"/>
              <a:t> Толоконников Ратмир Сергеевич</a:t>
            </a:r>
          </a:p>
          <a:p>
            <a:pPr algn="r"/>
            <a:r>
              <a:rPr lang="ru-RU" dirty="0"/>
              <a:t>Группы</a:t>
            </a:r>
            <a:r>
              <a:rPr lang="en-US" dirty="0"/>
              <a:t>: </a:t>
            </a:r>
            <a:r>
              <a:rPr lang="ru-RU" dirty="0"/>
              <a:t>ИСиП-11</a:t>
            </a:r>
          </a:p>
          <a:p>
            <a:pPr algn="r"/>
            <a:r>
              <a:rPr lang="ru-RU" dirty="0"/>
              <a:t>Подольский колледж </a:t>
            </a:r>
            <a:r>
              <a:rPr lang="en-US" dirty="0"/>
              <a:t>“</a:t>
            </a:r>
            <a:r>
              <a:rPr lang="ru-RU" dirty="0"/>
              <a:t>Парус</a:t>
            </a:r>
            <a:r>
              <a:rPr lang="en-US" dirty="0"/>
              <a:t>”</a:t>
            </a:r>
          </a:p>
          <a:p>
            <a:pPr algn="r"/>
            <a:r>
              <a:rPr lang="en-US" dirty="0"/>
              <a:t>2026</a:t>
            </a:r>
            <a:r>
              <a:rPr lang="ru-RU" dirty="0"/>
              <a:t>г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EDF2E0B-B367-00AC-B20F-0EEB120EC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320" y="2076513"/>
            <a:ext cx="3901689" cy="394546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67445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46EDC-0BB9-B1A0-C80E-EBD38CE43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644" y="97118"/>
            <a:ext cx="9404723" cy="1400530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D381D7-54C0-3A96-0F4C-55EC40A2311A}"/>
              </a:ext>
            </a:extLst>
          </p:cNvPr>
          <p:cNvSpPr txBox="1"/>
          <p:nvPr/>
        </p:nvSpPr>
        <p:spPr>
          <a:xfrm>
            <a:off x="510644" y="1443841"/>
            <a:ext cx="682148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схему сети согласно условию</a:t>
            </a:r>
          </a:p>
          <a:p>
            <a:pPr marL="457200" indent="-457200" rtl="0"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Настроить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адреса сетевым устройствам</a:t>
            </a:r>
          </a:p>
          <a:p>
            <a:pPr marL="457200" indent="-457200" rtl="0"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Переделать схему заменив несколько Компьютеров Телефонами</a:t>
            </a:r>
          </a:p>
          <a:p>
            <a:pPr marL="457200" indent="-457200" rtl="0"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Настроить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rtl="0"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Настроить маршрутизации с использованием протокола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OSPF</a:t>
            </a:r>
          </a:p>
          <a:p>
            <a:pPr marL="457200" indent="-457200" rtl="0"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Проверить работу устройств между другими устройствами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35ED58-DBA6-318A-8BAC-531AB6684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133" y="1815826"/>
            <a:ext cx="4797777" cy="359833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95476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E532F2-3B22-BC34-0B2F-7A1FA1CDF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1" y="122518"/>
            <a:ext cx="9404723" cy="140053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A93897-7E07-D1CC-2914-A2C5C1407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404" y="1523048"/>
            <a:ext cx="6692508" cy="43576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E26A54-CB5A-4D5D-7DD3-D88C5E4E6CFF}"/>
              </a:ext>
            </a:extLst>
          </p:cNvPr>
          <p:cNvSpPr txBox="1"/>
          <p:nvPr/>
        </p:nvSpPr>
        <p:spPr>
          <a:xfrm>
            <a:off x="61911" y="1590781"/>
            <a:ext cx="622723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схему следует добавить</a:t>
            </a:r>
            <a:r>
              <a:rPr lang="en-US" dirty="0"/>
              <a:t>:</a:t>
            </a:r>
            <a:r>
              <a:rPr lang="ru-RU" dirty="0"/>
              <a:t> </a:t>
            </a:r>
          </a:p>
          <a:p>
            <a:r>
              <a:rPr lang="ru-RU" dirty="0"/>
              <a:t>10 компьютеров</a:t>
            </a:r>
            <a:endParaRPr lang="en-US" dirty="0"/>
          </a:p>
          <a:p>
            <a:r>
              <a:rPr lang="en-US" dirty="0"/>
              <a:t>1 </a:t>
            </a:r>
            <a:r>
              <a:rPr lang="ru-RU" dirty="0"/>
              <a:t>Сервер</a:t>
            </a:r>
          </a:p>
          <a:p>
            <a:r>
              <a:rPr lang="ru-RU" dirty="0"/>
              <a:t>5 коммутаторов</a:t>
            </a:r>
          </a:p>
          <a:p>
            <a:r>
              <a:rPr lang="ru-RU" dirty="0"/>
              <a:t>4 роутера</a:t>
            </a:r>
          </a:p>
          <a:p>
            <a:endParaRPr lang="ru-RU" dirty="0"/>
          </a:p>
          <a:p>
            <a:r>
              <a:rPr lang="ru-RU" dirty="0"/>
              <a:t>Соединяем их 2 видами кабеля </a:t>
            </a:r>
          </a:p>
          <a:p>
            <a:endParaRPr lang="ru-RU" dirty="0"/>
          </a:p>
          <a:p>
            <a:pPr marL="342900" indent="-342900">
              <a:buAutoNum type="arabicParenR"/>
            </a:pPr>
            <a:r>
              <a:rPr lang="en-US" dirty="0"/>
              <a:t>Cooper Straight-Through</a:t>
            </a:r>
          </a:p>
          <a:p>
            <a:pPr marL="342900" indent="-342900">
              <a:buAutoNum type="arabicParenR"/>
            </a:pPr>
            <a:r>
              <a:rPr lang="en-US" dirty="0"/>
              <a:t>Automatically Choose Connection Type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1038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CD1F1-BE16-7A16-6D8E-D73D6A6F4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44" y="376518"/>
            <a:ext cx="9404723" cy="1400530"/>
          </a:xfrm>
        </p:spPr>
        <p:txBody>
          <a:bodyPr/>
          <a:lstStyle/>
          <a:p>
            <a:r>
              <a:rPr lang="ru-RU" dirty="0"/>
              <a:t>Настройки </a:t>
            </a:r>
            <a:r>
              <a:rPr lang="en-US" dirty="0"/>
              <a:t>IP </a:t>
            </a:r>
            <a:r>
              <a:rPr lang="ru-RU" dirty="0"/>
              <a:t>адресов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54625E-1DAD-2322-D4F2-9F828BD3C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235" y="2109968"/>
            <a:ext cx="4225781" cy="35203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3B76F8-FD3B-B41F-C283-6E0144B93CCC}"/>
              </a:ext>
            </a:extLst>
          </p:cNvPr>
          <p:cNvSpPr txBox="1"/>
          <p:nvPr/>
        </p:nvSpPr>
        <p:spPr>
          <a:xfrm>
            <a:off x="231244" y="192530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Теперь я настраиваю </a:t>
            </a:r>
            <a:r>
              <a:rPr lang="en-US" dirty="0"/>
              <a:t>IP</a:t>
            </a:r>
            <a:r>
              <a:rPr lang="ru-RU" dirty="0"/>
              <a:t> адреса на всех устройствах маршрутизатора и компьютера </a:t>
            </a:r>
          </a:p>
          <a:p>
            <a:endParaRPr lang="ru-RU" dirty="0"/>
          </a:p>
          <a:p>
            <a:r>
              <a:rPr lang="ru-RU" dirty="0"/>
              <a:t>Это нужно для того чтобы у каждого устройство был уникальный </a:t>
            </a:r>
            <a:r>
              <a:rPr lang="en-US" dirty="0"/>
              <a:t>IP </a:t>
            </a:r>
            <a:r>
              <a:rPr lang="ru-RU" dirty="0"/>
              <a:t>для обмена данными в сети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4304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BF104-47FA-A188-CD5B-FD100AB71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работы схемы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0E5A833-DF49-F423-D8AC-377AA9CB13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4241" y="2276582"/>
            <a:ext cx="5777759" cy="31515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A5974C-7B64-F606-2227-99376991FA79}"/>
              </a:ext>
            </a:extLst>
          </p:cNvPr>
          <p:cNvSpPr txBox="1"/>
          <p:nvPr/>
        </p:nvSpPr>
        <p:spPr>
          <a:xfrm>
            <a:off x="0" y="2007249"/>
            <a:ext cx="6584422" cy="1785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</a:t>
            </a:r>
            <a:r>
              <a:rPr lang="ru-RU" dirty="0"/>
              <a:t> одного компьютера с индивидуальным </a:t>
            </a:r>
            <a:r>
              <a:rPr lang="en-US" dirty="0"/>
              <a:t>IP </a:t>
            </a:r>
            <a:r>
              <a:rPr lang="ru-RU" dirty="0" err="1"/>
              <a:t>Пингуем</a:t>
            </a:r>
            <a:r>
              <a:rPr lang="ru-RU" dirty="0"/>
              <a:t> второй компьютер с индивидуальным </a:t>
            </a:r>
            <a:r>
              <a:rPr lang="en-US" dirty="0"/>
              <a:t>IP </a:t>
            </a:r>
            <a:endParaRPr lang="ru-RU" dirty="0"/>
          </a:p>
          <a:p>
            <a:r>
              <a:rPr lang="ru-RU" dirty="0"/>
              <a:t>В моем случае 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Первый компьютер</a:t>
            </a:r>
            <a:r>
              <a:rPr lang="en-US" dirty="0"/>
              <a:t>: 192.168.1.2 </a:t>
            </a:r>
          </a:p>
          <a:p>
            <a:r>
              <a:rPr lang="ru-RU" dirty="0"/>
              <a:t>Второй компьютер</a:t>
            </a:r>
            <a:r>
              <a:rPr lang="en-US" dirty="0"/>
              <a:t>: 192.168.1.3</a:t>
            </a:r>
            <a:r>
              <a:rPr lang="ru-RU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19FC0D-BD21-1D48-32FC-875140F52153}"/>
              </a:ext>
            </a:extLst>
          </p:cNvPr>
          <p:cNvSpPr txBox="1"/>
          <p:nvPr/>
        </p:nvSpPr>
        <p:spPr>
          <a:xfrm>
            <a:off x="0" y="4167200"/>
            <a:ext cx="6180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результате отправки 4 пакета все пакеты без проблем доставлены до второго компьютера </a:t>
            </a:r>
          </a:p>
        </p:txBody>
      </p:sp>
    </p:spTree>
    <p:extLst>
      <p:ext uri="{BB962C8B-B14F-4D97-AF65-F5344CB8AC3E}">
        <p14:creationId xmlns:p14="http://schemas.microsoft.com/office/powerpoint/2010/main" val="4258256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DB3F-53E9-ECC6-73A6-2007733E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Изменение схемы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830BDA3-C555-B34E-F614-F19892390B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80197" y="1853248"/>
            <a:ext cx="4999647" cy="41957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65DFC2-EF00-3D9F-865C-A0FEF2DC0006}"/>
              </a:ext>
            </a:extLst>
          </p:cNvPr>
          <p:cNvSpPr txBox="1"/>
          <p:nvPr/>
        </p:nvSpPr>
        <p:spPr>
          <a:xfrm>
            <a:off x="765154" y="2126734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Заменяем компьютер 8 на 2 телефона</a:t>
            </a:r>
          </a:p>
          <a:p>
            <a:r>
              <a:rPr lang="ru-RU" dirty="0"/>
              <a:t>Добавляем 1 коммутатор 1 компьютер 2 телефона </a:t>
            </a:r>
          </a:p>
          <a:p>
            <a:endParaRPr lang="ru-RU" dirty="0"/>
          </a:p>
          <a:p>
            <a:r>
              <a:rPr lang="ru-RU" dirty="0"/>
              <a:t>Всего задействовано</a:t>
            </a:r>
          </a:p>
          <a:p>
            <a:r>
              <a:rPr lang="ru-RU" dirty="0"/>
              <a:t>10 Компьютеров</a:t>
            </a:r>
          </a:p>
          <a:p>
            <a:r>
              <a:rPr lang="ru-RU" dirty="0"/>
              <a:t>1 Сервер</a:t>
            </a:r>
          </a:p>
          <a:p>
            <a:r>
              <a:rPr lang="ru-RU" dirty="0"/>
              <a:t>4 Телефона</a:t>
            </a:r>
          </a:p>
          <a:p>
            <a:r>
              <a:rPr lang="ru-RU" dirty="0"/>
              <a:t>5 Роутеров</a:t>
            </a:r>
          </a:p>
          <a:p>
            <a:r>
              <a:rPr lang="ru-RU" dirty="0"/>
              <a:t>6 Коммутаторов</a:t>
            </a:r>
          </a:p>
          <a:p>
            <a:endParaRPr lang="ru-RU" dirty="0"/>
          </a:p>
          <a:p>
            <a:r>
              <a:rPr lang="ru-RU" dirty="0"/>
              <a:t>А так-же используется третий кабель</a:t>
            </a:r>
            <a:r>
              <a:rPr lang="en-US" dirty="0"/>
              <a:t> “Choose Connection Type”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6263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98F38-0B9C-8818-5E66-31E7D1B6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Настройки </a:t>
            </a:r>
            <a:r>
              <a:rPr lang="en-US" dirty="0"/>
              <a:t>VLAN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629AF7-52F6-FD2F-6D31-0E96723AF7A4}"/>
              </a:ext>
            </a:extLst>
          </p:cNvPr>
          <p:cNvSpPr txBox="1"/>
          <p:nvPr/>
        </p:nvSpPr>
        <p:spPr>
          <a:xfrm>
            <a:off x="332844" y="2259647"/>
            <a:ext cx="56784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Используя коммутатор 5 мы разделяем его на </a:t>
            </a:r>
            <a:r>
              <a:rPr lang="en-US" dirty="0"/>
              <a:t>VLAN</a:t>
            </a:r>
          </a:p>
          <a:p>
            <a:endParaRPr lang="en-US" dirty="0"/>
          </a:p>
          <a:p>
            <a:r>
              <a:rPr lang="en-US" dirty="0"/>
              <a:t>VLAN 11 (</a:t>
            </a:r>
            <a:r>
              <a:rPr lang="ru-RU" dirty="0"/>
              <a:t>Только </a:t>
            </a:r>
            <a:r>
              <a:rPr lang="en-US" dirty="0"/>
              <a:t>IP</a:t>
            </a:r>
            <a:r>
              <a:rPr lang="ru-RU" dirty="0"/>
              <a:t>-телефонов)</a:t>
            </a:r>
            <a:endParaRPr lang="en-US" dirty="0"/>
          </a:p>
          <a:p>
            <a:r>
              <a:rPr lang="en-US" dirty="0"/>
              <a:t>VLAN 12</a:t>
            </a:r>
            <a:r>
              <a:rPr lang="ru-RU" dirty="0"/>
              <a:t> (Только компьютеры)</a:t>
            </a:r>
          </a:p>
          <a:p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891ADFF-DEB5-CFAD-400B-838590A3C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670" y="888948"/>
            <a:ext cx="6195710" cy="2335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31444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06F38-577C-0140-0D52-BADFEE726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телефонов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199FF25-DE98-6084-0446-7AD9045F7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79" y="1773518"/>
            <a:ext cx="6753754" cy="4093881"/>
          </a:xfrm>
        </p:spPr>
        <p:txBody>
          <a:bodyPr/>
          <a:lstStyle/>
          <a:p>
            <a:r>
              <a:rPr lang="ru-RU" dirty="0"/>
              <a:t>Я настроил </a:t>
            </a:r>
            <a:r>
              <a:rPr lang="en-US" dirty="0"/>
              <a:t>DHCP </a:t>
            </a:r>
            <a:r>
              <a:rPr lang="ru-RU" dirty="0"/>
              <a:t>на Роутере и создал пул </a:t>
            </a:r>
            <a:r>
              <a:rPr lang="en-US" dirty="0"/>
              <a:t>IP</a:t>
            </a:r>
            <a:r>
              <a:rPr lang="ru-RU" dirty="0"/>
              <a:t>- адресов и указал шлюз</a:t>
            </a:r>
          </a:p>
          <a:p>
            <a:r>
              <a:rPr lang="ru-RU" dirty="0"/>
              <a:t>После подключения телефонов к сети они автоматически отправили запрос на </a:t>
            </a:r>
            <a:r>
              <a:rPr lang="en-US" dirty="0"/>
              <a:t>DHCP </a:t>
            </a:r>
            <a:endParaRPr lang="ru-RU" dirty="0"/>
          </a:p>
          <a:p>
            <a:r>
              <a:rPr lang="ru-RU" dirty="0"/>
              <a:t>Роутер выдал им свободные </a:t>
            </a:r>
            <a:r>
              <a:rPr lang="en-US" dirty="0"/>
              <a:t>IP </a:t>
            </a:r>
            <a:r>
              <a:rPr lang="ru-RU" dirty="0"/>
              <a:t>адреса</a:t>
            </a:r>
          </a:p>
          <a:p>
            <a:r>
              <a:rPr lang="ru-RU" dirty="0"/>
              <a:t>Затем я настроил </a:t>
            </a:r>
            <a:r>
              <a:rPr lang="en-US" dirty="0"/>
              <a:t>OSPF </a:t>
            </a:r>
            <a:r>
              <a:rPr lang="ru-RU" dirty="0"/>
              <a:t>для маршрутизации между сетями чтобы роутеры могли обмениваться маршрутами и сети могли взаимодействовать друг с другом </a:t>
            </a:r>
          </a:p>
        </p:txBody>
      </p:sp>
    </p:spTree>
    <p:extLst>
      <p:ext uri="{BB962C8B-B14F-4D97-AF65-F5344CB8AC3E}">
        <p14:creationId xmlns:p14="http://schemas.microsoft.com/office/powerpoint/2010/main" val="4153701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0EF24D-34DC-780C-061A-7A1DA5B63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Проверяем работу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265098-EDD1-FEF4-B0FD-289155FEE540}"/>
              </a:ext>
            </a:extLst>
          </p:cNvPr>
          <p:cNvSpPr txBox="1"/>
          <p:nvPr/>
        </p:nvSpPr>
        <p:spPr>
          <a:xfrm>
            <a:off x="400578" y="18532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Я отправляю запрос с компьютера 10</a:t>
            </a:r>
            <a:r>
              <a:rPr lang="en-US" dirty="0"/>
              <a:t> </a:t>
            </a:r>
            <a:r>
              <a:rPr lang="ru-RU"/>
              <a:t>на компьютер </a:t>
            </a:r>
            <a:r>
              <a:rPr lang="ru-RU" dirty="0"/>
              <a:t>0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C675B2E-E20F-8BC9-5E43-A510DF900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603" y="2401311"/>
            <a:ext cx="6430397" cy="10276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A6935E-2819-9DAA-2874-99D372214A25}"/>
              </a:ext>
            </a:extLst>
          </p:cNvPr>
          <p:cNvSpPr txBox="1"/>
          <p:nvPr/>
        </p:nvSpPr>
        <p:spPr>
          <a:xfrm>
            <a:off x="646111" y="397706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 первой проверке </a:t>
            </a:r>
            <a:r>
              <a:rPr lang="en-US" dirty="0"/>
              <a:t>ping </a:t>
            </a:r>
            <a:r>
              <a:rPr lang="ru-RU" dirty="0"/>
              <a:t>прошел не весь так как сеть только начала обмениваться маршрутами </a:t>
            </a:r>
          </a:p>
          <a:p>
            <a:r>
              <a:rPr lang="ru-RU" dirty="0"/>
              <a:t>При повторной проверке все пакеты были успешно получены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9D4F399-B6F1-6622-882F-439A60726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761" y="5298496"/>
            <a:ext cx="6207239" cy="102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68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89DADF-D5A0-EE51-83C1-4773E7747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телефонов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65945D-7BC9-1B25-B8DB-3F779D02C8EE}"/>
              </a:ext>
            </a:extLst>
          </p:cNvPr>
          <p:cNvSpPr txBox="1"/>
          <p:nvPr/>
        </p:nvSpPr>
        <p:spPr>
          <a:xfrm>
            <a:off x="722311" y="185324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Звоним с телефона 1 на телефон 2 </a:t>
            </a:r>
          </a:p>
          <a:p>
            <a:r>
              <a:rPr lang="ru-RU" dirty="0"/>
              <a:t>У телефона 1 номер</a:t>
            </a:r>
            <a:r>
              <a:rPr lang="en-US" dirty="0"/>
              <a:t>:0002</a:t>
            </a:r>
          </a:p>
          <a:p>
            <a:r>
              <a:rPr lang="ru-RU" dirty="0"/>
              <a:t>У телефона 2 номер</a:t>
            </a:r>
            <a:r>
              <a:rPr lang="en-US" dirty="0"/>
              <a:t>:</a:t>
            </a:r>
            <a:r>
              <a:rPr lang="ru-RU" dirty="0"/>
              <a:t>0004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AFC7742-9DE6-6507-7989-39F92808F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764" y="2974089"/>
            <a:ext cx="8155070" cy="35191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68427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B377C9-9D30-5D62-B09C-365663015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084C03-EAE4-C4A3-FB07-14CEF9603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680385"/>
            <a:ext cx="8946541" cy="4195481"/>
          </a:xfrm>
        </p:spPr>
        <p:txBody>
          <a:bodyPr/>
          <a:lstStyle/>
          <a:p>
            <a:r>
              <a:rPr lang="ru-RU" dirty="0"/>
              <a:t>В результате я построил сеть по заданию и настроил ее основные параметры </a:t>
            </a:r>
          </a:p>
          <a:p>
            <a:r>
              <a:rPr lang="ru-RU" dirty="0"/>
              <a:t>Я назначил </a:t>
            </a:r>
            <a:r>
              <a:rPr lang="en-US" dirty="0"/>
              <a:t>IP </a:t>
            </a:r>
            <a:r>
              <a:rPr lang="ru-RU" dirty="0"/>
              <a:t>адреса устройствам с помощью </a:t>
            </a:r>
            <a:r>
              <a:rPr lang="en-US" dirty="0"/>
              <a:t>DHCP </a:t>
            </a:r>
          </a:p>
          <a:p>
            <a:r>
              <a:rPr lang="ru-RU" dirty="0"/>
              <a:t>Настроил маршрутизатор между сетями с помощью </a:t>
            </a:r>
            <a:r>
              <a:rPr lang="en-US" dirty="0"/>
              <a:t>OSPF</a:t>
            </a:r>
            <a:r>
              <a:rPr lang="ru-RU" dirty="0"/>
              <a:t> что позволило разным сетям взаимодействовать между собой</a:t>
            </a:r>
          </a:p>
          <a:p>
            <a:r>
              <a:rPr lang="ru-RU" dirty="0"/>
              <a:t>После чего провел тест в результате которого выяснил что все устройства как и было положено обменивались данными а телефоны совершали звонки между собой</a:t>
            </a:r>
          </a:p>
        </p:txBody>
      </p:sp>
    </p:spTree>
    <p:extLst>
      <p:ext uri="{BB962C8B-B14F-4D97-AF65-F5344CB8AC3E}">
        <p14:creationId xmlns:p14="http://schemas.microsoft.com/office/powerpoint/2010/main" val="4222144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49B84E-62EF-9233-F243-DFD335571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B63D1B6-11D5-998D-16B4-28118B4CE5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876" y="1743250"/>
            <a:ext cx="3443390" cy="45011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880102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TM02836342[[fn=Ион]]</Template>
  <TotalTime>245</TotalTime>
  <Words>388</Words>
  <Application>Microsoft Office PowerPoint</Application>
  <PresentationFormat>Широкоэкранный</PresentationFormat>
  <Paragraphs>71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Century Gothic</vt:lpstr>
      <vt:lpstr>Times New Roman</vt:lpstr>
      <vt:lpstr>Wingdings 3</vt:lpstr>
      <vt:lpstr>Ион</vt:lpstr>
      <vt:lpstr>Индивидуальный проект </vt:lpstr>
      <vt:lpstr>Задачи</vt:lpstr>
      <vt:lpstr>Схема</vt:lpstr>
      <vt:lpstr>Настройки IP адресов</vt:lpstr>
      <vt:lpstr>Проверка работы схемы</vt:lpstr>
      <vt:lpstr>Изменение схемы </vt:lpstr>
      <vt:lpstr>Настройки VLAN</vt:lpstr>
      <vt:lpstr>Настройка телефонов</vt:lpstr>
      <vt:lpstr>Проверяем работу </vt:lpstr>
      <vt:lpstr>Проверка телефонов </vt:lpstr>
      <vt:lpstr>Вывод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Ратмир Толоконников</dc:creator>
  <cp:lastModifiedBy>Ратмир Толоконников</cp:lastModifiedBy>
  <cp:revision>3</cp:revision>
  <dcterms:created xsi:type="dcterms:W3CDTF">2026-05-20T20:19:20Z</dcterms:created>
  <dcterms:modified xsi:type="dcterms:W3CDTF">2026-05-21T00:28:45Z</dcterms:modified>
</cp:coreProperties>
</file>