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DDE3B-12F1-4FAF-97A1-C5249CEBA9A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43CC7-A943-485D-9FE4-FD129A8189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337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62ABE-DABF-4067-90E2-BAFE7C87027D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00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65E4-61A1-47F5-BE96-6DA2951E3436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277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742C-8732-40AA-8B2B-2F7E6F7F55E5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14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F1FC3-F469-458A-80E0-43389EADA299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51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50FC-399D-49EF-8EDF-0EAA1BA3C898}" type="datetime1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41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8E71-8E24-4899-843F-5834CBEFA577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688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DB58-CCA2-436C-920F-77CAE54F8794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3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FEA53-3981-44A2-B270-EA7AF2795F87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12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5EC8-F169-413C-AB6F-E73811761EFA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04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718F0-5315-4E28-BBAB-10BB289727AA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33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D3AE-C7E7-48D5-8BE6-2D6298529C3B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464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DFCD-D1E2-4393-A49C-680E84EC91C8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01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8841-6477-4697-A33E-61EAC850EA0E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510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3EB4-52DF-4671-8653-4D3A651AB574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912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4324-17D6-432E-9305-573CE31471F5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993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716A-6385-46E9-8201-7BA3BD30D3C6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772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6E23-46B7-4FA8-A167-1FA6D010D099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8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706E62A-F52E-4D99-B7B4-375B52F69FBD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638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2E4E9-996C-689A-F547-3D0315764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220" y="252910"/>
            <a:ext cx="9885579" cy="1932580"/>
          </a:xfrm>
        </p:spPr>
        <p:txBody>
          <a:bodyPr/>
          <a:lstStyle/>
          <a:p>
            <a:r>
              <a:rPr lang="ru-RU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 проект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0376D9-6805-15D2-6FD7-9D46E7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1086" y="2076513"/>
            <a:ext cx="5990914" cy="1352487"/>
          </a:xfrm>
        </p:spPr>
        <p:txBody>
          <a:bodyPr>
            <a:normAutofit/>
          </a:bodyPr>
          <a:lstStyle/>
          <a:p>
            <a:pPr algn="r"/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Маршрутизируемая 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сеть с фильтрацией трафика и поддержкой распределяемой системы 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телефонии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94D16-AB1B-9624-7557-438EF5CFB17F}"/>
              </a:ext>
            </a:extLst>
          </p:cNvPr>
          <p:cNvSpPr txBox="1"/>
          <p:nvPr/>
        </p:nvSpPr>
        <p:spPr>
          <a:xfrm>
            <a:off x="6096000" y="3775275"/>
            <a:ext cx="61383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/>
              <a:t>Работу выполнил Студент</a:t>
            </a:r>
            <a:r>
              <a:rPr lang="en-US" dirty="0"/>
              <a:t>:</a:t>
            </a:r>
            <a:r>
              <a:rPr lang="ru-RU" dirty="0"/>
              <a:t> Толоконников Ратмир Сергеевич</a:t>
            </a:r>
          </a:p>
          <a:p>
            <a:pPr algn="r"/>
            <a:r>
              <a:rPr lang="ru-RU" dirty="0"/>
              <a:t>Группы</a:t>
            </a:r>
            <a:r>
              <a:rPr lang="en-US" dirty="0"/>
              <a:t>: </a:t>
            </a:r>
            <a:r>
              <a:rPr lang="ru-RU" dirty="0"/>
              <a:t>ИСиП-11</a:t>
            </a:r>
          </a:p>
          <a:p>
            <a:pPr algn="r"/>
            <a:r>
              <a:rPr lang="ru-RU" dirty="0"/>
              <a:t>Подольский колледж </a:t>
            </a:r>
            <a:r>
              <a:rPr lang="en-US" dirty="0"/>
              <a:t>“</a:t>
            </a:r>
            <a:r>
              <a:rPr lang="ru-RU" dirty="0"/>
              <a:t>Парус</a:t>
            </a:r>
            <a:r>
              <a:rPr lang="en-US" dirty="0"/>
              <a:t>”</a:t>
            </a:r>
          </a:p>
          <a:p>
            <a:pPr algn="r"/>
            <a:r>
              <a:rPr lang="en-US" dirty="0"/>
              <a:t>2026</a:t>
            </a:r>
            <a:r>
              <a:rPr lang="ru-RU" dirty="0"/>
              <a:t>г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EDF2E0B-B367-00AC-B20F-0EEB120EC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20" y="2076513"/>
            <a:ext cx="3901689" cy="39454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4CF891-466C-488E-8816-126CBE93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44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BA4B0-26A8-409F-A91B-D6F81250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F7CD84-4B43-4BF5-885A-D6B3C352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8946541" cy="4195481"/>
          </a:xfrm>
        </p:spPr>
        <p:txBody>
          <a:bodyPr/>
          <a:lstStyle/>
          <a:p>
            <a:pPr marL="457200" indent="-457200" rtl="0">
              <a:buAutoNum type="arabicParenR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схему сети согласно условию</a:t>
            </a:r>
          </a:p>
          <a:p>
            <a:pPr marL="457200" indent="-457200" rtl="0">
              <a:buAutoNum type="arabicParenR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адреса сетевым устройствам</a:t>
            </a:r>
          </a:p>
          <a:p>
            <a:pPr marL="457200" indent="-457200" rtl="0">
              <a:buAutoNum type="arabicParenR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Переделать схему заменив несколько Компьютеров Телефонами</a:t>
            </a:r>
          </a:p>
          <a:p>
            <a:pPr marL="457200" indent="-457200" rtl="0">
              <a:buAutoNum type="arabicParenR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rtl="0">
              <a:buAutoNum type="arabicParenR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маршрутизации с использованием протокола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OSPF</a:t>
            </a:r>
          </a:p>
          <a:p>
            <a:pPr marL="457200" indent="-457200" rtl="0">
              <a:buAutoNum type="arabicParenR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работу устройств между другими устройствами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2948EC-019F-45BD-B9F5-356FD6D6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7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532F2-3B22-BC34-0B2F-7A1FA1CD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1" y="122518"/>
            <a:ext cx="9404723" cy="140053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A93897-7E07-D1CC-2914-A2C5C140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404" y="1523048"/>
            <a:ext cx="6692508" cy="43576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E26A54-CB5A-4D5D-7DD3-D88C5E4E6CFF}"/>
              </a:ext>
            </a:extLst>
          </p:cNvPr>
          <p:cNvSpPr txBox="1"/>
          <p:nvPr/>
        </p:nvSpPr>
        <p:spPr>
          <a:xfrm>
            <a:off x="61911" y="1590781"/>
            <a:ext cx="62272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схему следует добавить</a:t>
            </a:r>
            <a:r>
              <a:rPr lang="en-US" dirty="0"/>
              <a:t>:</a:t>
            </a:r>
            <a:r>
              <a:rPr lang="ru-RU" dirty="0"/>
              <a:t> </a:t>
            </a:r>
          </a:p>
          <a:p>
            <a:r>
              <a:rPr lang="ru-RU" dirty="0"/>
              <a:t>10 компьютеров</a:t>
            </a:r>
            <a:endParaRPr lang="en-US" dirty="0"/>
          </a:p>
          <a:p>
            <a:r>
              <a:rPr lang="en-US" dirty="0"/>
              <a:t>1 </a:t>
            </a:r>
            <a:r>
              <a:rPr lang="ru-RU" dirty="0"/>
              <a:t>Сервер</a:t>
            </a:r>
          </a:p>
          <a:p>
            <a:r>
              <a:rPr lang="ru-RU" dirty="0"/>
              <a:t>5 коммутаторов</a:t>
            </a:r>
          </a:p>
          <a:p>
            <a:r>
              <a:rPr lang="ru-RU" dirty="0"/>
              <a:t>4 роутера</a:t>
            </a:r>
          </a:p>
          <a:p>
            <a:endParaRPr lang="ru-RU" dirty="0"/>
          </a:p>
          <a:p>
            <a:r>
              <a:rPr lang="ru-RU" dirty="0"/>
              <a:t>Соединяем их 2 видами кабеля </a:t>
            </a:r>
          </a:p>
          <a:p>
            <a:endParaRPr lang="ru-RU" dirty="0"/>
          </a:p>
          <a:p>
            <a:pPr marL="342900" indent="-342900">
              <a:buAutoNum type="arabicParenR"/>
            </a:pPr>
            <a:r>
              <a:rPr lang="en-US" dirty="0"/>
              <a:t>Cooper Straight-Through</a:t>
            </a:r>
          </a:p>
          <a:p>
            <a:pPr marL="342900" indent="-342900">
              <a:buAutoNum type="arabicParenR"/>
            </a:pPr>
            <a:r>
              <a:rPr lang="en-US" dirty="0"/>
              <a:t>Automatically Choose Connection Type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FA5D6A-2EEF-4654-8E77-7EB6A73B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038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CD1F1-BE16-7A16-6D8E-D73D6A6F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44" y="376518"/>
            <a:ext cx="9404723" cy="1400530"/>
          </a:xfrm>
        </p:spPr>
        <p:txBody>
          <a:bodyPr/>
          <a:lstStyle/>
          <a:p>
            <a:r>
              <a:rPr lang="ru-RU" dirty="0"/>
              <a:t>Настройки </a:t>
            </a:r>
            <a:r>
              <a:rPr lang="en-US" dirty="0"/>
              <a:t>IP </a:t>
            </a:r>
            <a:r>
              <a:rPr lang="ru-RU" dirty="0"/>
              <a:t>адресов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54625E-1DAD-2322-D4F2-9F828BD3C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235" y="2109968"/>
            <a:ext cx="4225781" cy="35203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B76F8-FD3B-B41F-C283-6E0144B93CCC}"/>
              </a:ext>
            </a:extLst>
          </p:cNvPr>
          <p:cNvSpPr txBox="1"/>
          <p:nvPr/>
        </p:nvSpPr>
        <p:spPr>
          <a:xfrm>
            <a:off x="231244" y="19253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Теперь я настраиваю </a:t>
            </a:r>
            <a:r>
              <a:rPr lang="en-US" dirty="0"/>
              <a:t>IP</a:t>
            </a:r>
            <a:r>
              <a:rPr lang="ru-RU" dirty="0"/>
              <a:t> адреса на всех устройствах маршрутизатора и компьютера </a:t>
            </a:r>
          </a:p>
          <a:p>
            <a:endParaRPr lang="ru-RU" dirty="0"/>
          </a:p>
          <a:p>
            <a:r>
              <a:rPr lang="ru-RU" dirty="0"/>
              <a:t>Это нужно для того чтобы у каждого устройство был уникальный </a:t>
            </a:r>
            <a:r>
              <a:rPr lang="en-US" dirty="0"/>
              <a:t>IP </a:t>
            </a:r>
            <a:r>
              <a:rPr lang="ru-RU" dirty="0"/>
              <a:t>для обмена данными в сети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63D5BE0-C453-4CE9-9959-2D271530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30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BF104-47FA-A188-CD5B-FD100AB7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работы схемы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0E5A833-DF49-F423-D8AC-377AA9CB1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4241" y="2276582"/>
            <a:ext cx="5777759" cy="31515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A5974C-7B64-F606-2227-99376991FA79}"/>
              </a:ext>
            </a:extLst>
          </p:cNvPr>
          <p:cNvSpPr txBox="1"/>
          <p:nvPr/>
        </p:nvSpPr>
        <p:spPr>
          <a:xfrm>
            <a:off x="0" y="2007249"/>
            <a:ext cx="6584422" cy="1785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  <a:r>
              <a:rPr lang="ru-RU" dirty="0"/>
              <a:t> одного компьютера с индивидуальным </a:t>
            </a:r>
            <a:r>
              <a:rPr lang="en-US" dirty="0"/>
              <a:t>IP </a:t>
            </a:r>
            <a:r>
              <a:rPr lang="ru-RU" dirty="0" err="1"/>
              <a:t>Пингуем</a:t>
            </a:r>
            <a:r>
              <a:rPr lang="ru-RU" dirty="0"/>
              <a:t> второй компьютер с индивидуальным </a:t>
            </a:r>
            <a:r>
              <a:rPr lang="en-US" dirty="0"/>
              <a:t>IP </a:t>
            </a:r>
            <a:endParaRPr lang="ru-RU" dirty="0"/>
          </a:p>
          <a:p>
            <a:r>
              <a:rPr lang="ru-RU" dirty="0"/>
              <a:t>В моем случае 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Первый компьютер</a:t>
            </a:r>
            <a:r>
              <a:rPr lang="en-US" dirty="0"/>
              <a:t>: 192.168.1.2 </a:t>
            </a:r>
          </a:p>
          <a:p>
            <a:r>
              <a:rPr lang="ru-RU" dirty="0"/>
              <a:t>Второй компьютер</a:t>
            </a:r>
            <a:r>
              <a:rPr lang="en-US" dirty="0"/>
              <a:t>: 192.168.1.3</a:t>
            </a:r>
            <a:r>
              <a:rPr lang="ru-RU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19FC0D-BD21-1D48-32FC-875140F52153}"/>
              </a:ext>
            </a:extLst>
          </p:cNvPr>
          <p:cNvSpPr txBox="1"/>
          <p:nvPr/>
        </p:nvSpPr>
        <p:spPr>
          <a:xfrm>
            <a:off x="0" y="4167200"/>
            <a:ext cx="6180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результате отправки 4 пакета все пакеты без проблем доставлены до второго компьютера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C574E7-A10D-462E-836E-14167BEF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25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DB3F-53E9-ECC6-73A6-2007733E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схемы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830BDA3-C555-B34E-F614-F19892390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0197" y="1853248"/>
            <a:ext cx="4999647" cy="4195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65DFC2-EF00-3D9F-865C-A0FEF2DC0006}"/>
              </a:ext>
            </a:extLst>
          </p:cNvPr>
          <p:cNvSpPr txBox="1"/>
          <p:nvPr/>
        </p:nvSpPr>
        <p:spPr>
          <a:xfrm>
            <a:off x="765154" y="212673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Заменяем компьютер 8 на 2 телефона</a:t>
            </a:r>
          </a:p>
          <a:p>
            <a:r>
              <a:rPr lang="ru-RU" dirty="0"/>
              <a:t>Добавляем 1 коммутатор 1 компьютер 2 телефона </a:t>
            </a:r>
          </a:p>
          <a:p>
            <a:endParaRPr lang="ru-RU" dirty="0"/>
          </a:p>
          <a:p>
            <a:r>
              <a:rPr lang="ru-RU" dirty="0"/>
              <a:t>Всего задействовано</a:t>
            </a:r>
          </a:p>
          <a:p>
            <a:r>
              <a:rPr lang="ru-RU" dirty="0"/>
              <a:t>10 Компьютеров</a:t>
            </a:r>
          </a:p>
          <a:p>
            <a:r>
              <a:rPr lang="ru-RU" dirty="0"/>
              <a:t>1 Сервер</a:t>
            </a:r>
          </a:p>
          <a:p>
            <a:r>
              <a:rPr lang="ru-RU" dirty="0"/>
              <a:t>4 Телефона</a:t>
            </a:r>
          </a:p>
          <a:p>
            <a:r>
              <a:rPr lang="ru-RU" dirty="0"/>
              <a:t>5 Роутеров</a:t>
            </a:r>
          </a:p>
          <a:p>
            <a:r>
              <a:rPr lang="ru-RU" dirty="0"/>
              <a:t>6 Коммутаторов</a:t>
            </a:r>
          </a:p>
          <a:p>
            <a:endParaRPr lang="ru-RU" dirty="0"/>
          </a:p>
          <a:p>
            <a:r>
              <a:rPr lang="ru-RU" dirty="0"/>
              <a:t>А так-же используется третий кабель</a:t>
            </a:r>
            <a:r>
              <a:rPr lang="en-US" dirty="0"/>
              <a:t> “Choose Connection Type”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BA326E2-D1A7-49F0-90A8-5E69EBFF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263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98F38-0B9C-8818-5E66-31E7D1B6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 </a:t>
            </a:r>
            <a:r>
              <a:rPr lang="en-US" dirty="0"/>
              <a:t>VLAN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29AF7-52F6-FD2F-6D31-0E96723AF7A4}"/>
              </a:ext>
            </a:extLst>
          </p:cNvPr>
          <p:cNvSpPr txBox="1"/>
          <p:nvPr/>
        </p:nvSpPr>
        <p:spPr>
          <a:xfrm>
            <a:off x="332844" y="2259647"/>
            <a:ext cx="56784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Используя коммутатор 5 мы разделяем его на </a:t>
            </a:r>
            <a:r>
              <a:rPr lang="en-US" dirty="0"/>
              <a:t>VLAN</a:t>
            </a:r>
          </a:p>
          <a:p>
            <a:endParaRPr lang="en-US" dirty="0"/>
          </a:p>
          <a:p>
            <a:r>
              <a:rPr lang="en-US" dirty="0"/>
              <a:t>VLAN 11 (</a:t>
            </a:r>
            <a:r>
              <a:rPr lang="ru-RU" dirty="0"/>
              <a:t>Только </a:t>
            </a:r>
            <a:r>
              <a:rPr lang="en-US" dirty="0"/>
              <a:t>IP</a:t>
            </a:r>
            <a:r>
              <a:rPr lang="ru-RU" dirty="0"/>
              <a:t>-телефонов)</a:t>
            </a:r>
            <a:endParaRPr lang="en-US" dirty="0"/>
          </a:p>
          <a:p>
            <a:r>
              <a:rPr lang="en-US" dirty="0"/>
              <a:t>VLAN 12</a:t>
            </a:r>
            <a:r>
              <a:rPr lang="ru-RU" dirty="0"/>
              <a:t> (Только компьютеры)</a:t>
            </a:r>
          </a:p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891ADFF-DEB5-CFAD-400B-838590A3C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70" y="888948"/>
            <a:ext cx="6195710" cy="2335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A26B047-DDFC-42EB-8B52-B89299B9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44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06F38-577C-0140-0D52-BADFEE72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телефонов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9FF25-DE98-6084-0446-7AD9045F7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79" y="1773518"/>
            <a:ext cx="6753754" cy="4093881"/>
          </a:xfrm>
        </p:spPr>
        <p:txBody>
          <a:bodyPr/>
          <a:lstStyle/>
          <a:p>
            <a:r>
              <a:rPr lang="ru-RU" dirty="0"/>
              <a:t>Я настроил </a:t>
            </a:r>
            <a:r>
              <a:rPr lang="en-US" dirty="0"/>
              <a:t>DHCP </a:t>
            </a:r>
            <a:r>
              <a:rPr lang="ru-RU" dirty="0"/>
              <a:t>на Роутере и создал пул </a:t>
            </a:r>
            <a:r>
              <a:rPr lang="en-US" dirty="0"/>
              <a:t>IP</a:t>
            </a:r>
            <a:r>
              <a:rPr lang="ru-RU" dirty="0"/>
              <a:t>- адресов и указал шлюз</a:t>
            </a:r>
          </a:p>
          <a:p>
            <a:r>
              <a:rPr lang="ru-RU" dirty="0"/>
              <a:t>После подключения телефонов к сети они автоматически отправили запрос на </a:t>
            </a:r>
            <a:r>
              <a:rPr lang="en-US" dirty="0"/>
              <a:t>DHCP </a:t>
            </a:r>
            <a:endParaRPr lang="ru-RU" dirty="0"/>
          </a:p>
          <a:p>
            <a:r>
              <a:rPr lang="ru-RU" dirty="0"/>
              <a:t>Роутер выдал им свободные </a:t>
            </a:r>
            <a:r>
              <a:rPr lang="en-US" dirty="0"/>
              <a:t>IP </a:t>
            </a:r>
            <a:r>
              <a:rPr lang="ru-RU" dirty="0"/>
              <a:t>адреса</a:t>
            </a:r>
          </a:p>
          <a:p>
            <a:r>
              <a:rPr lang="ru-RU" dirty="0"/>
              <a:t>Затем я настроил </a:t>
            </a:r>
            <a:r>
              <a:rPr lang="en-US" dirty="0"/>
              <a:t>OSPF </a:t>
            </a:r>
            <a:r>
              <a:rPr lang="ru-RU" dirty="0"/>
              <a:t>для маршрутизации между сетями чтобы роутеры могли обмениваться маршрутами и сети могли взаимодействовать друг с другом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ADC91AE-3ACB-40A1-ACF1-ED2E1D86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701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EF24D-34DC-780C-061A-7A1DA5B6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Проверяем работу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65098-EDD1-FEF4-B0FD-289155FEE540}"/>
              </a:ext>
            </a:extLst>
          </p:cNvPr>
          <p:cNvSpPr txBox="1"/>
          <p:nvPr/>
        </p:nvSpPr>
        <p:spPr>
          <a:xfrm>
            <a:off x="400578" y="18532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Я отправляю запрос с компьютера 10</a:t>
            </a:r>
            <a:r>
              <a:rPr lang="en-US" dirty="0"/>
              <a:t> </a:t>
            </a:r>
            <a:r>
              <a:rPr lang="ru-RU"/>
              <a:t>на компьютер </a:t>
            </a:r>
            <a:r>
              <a:rPr lang="ru-RU" dirty="0"/>
              <a:t>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675B2E-E20F-8BC9-5E43-A510DF900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603" y="2401311"/>
            <a:ext cx="6430397" cy="10276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A6935E-2819-9DAA-2874-99D372214A25}"/>
              </a:ext>
            </a:extLst>
          </p:cNvPr>
          <p:cNvSpPr txBox="1"/>
          <p:nvPr/>
        </p:nvSpPr>
        <p:spPr>
          <a:xfrm>
            <a:off x="646111" y="397706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первой проверке </a:t>
            </a:r>
            <a:r>
              <a:rPr lang="en-US" dirty="0"/>
              <a:t>ping </a:t>
            </a:r>
            <a:r>
              <a:rPr lang="ru-RU" dirty="0"/>
              <a:t>прошел не весь так как сеть только начала обмениваться маршрутами </a:t>
            </a:r>
          </a:p>
          <a:p>
            <a:r>
              <a:rPr lang="ru-RU" dirty="0"/>
              <a:t>При повторной проверке все пакеты были успешно получены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9D4F399-B6F1-6622-882F-439A60726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61" y="5298496"/>
            <a:ext cx="6207239" cy="102768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3ABA39C-79DB-4F30-A645-A5A2BFAA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6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9DADF-D5A0-EE51-83C1-4773E774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телефонов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5945D-7BC9-1B25-B8DB-3F779D02C8EE}"/>
              </a:ext>
            </a:extLst>
          </p:cNvPr>
          <p:cNvSpPr txBox="1"/>
          <p:nvPr/>
        </p:nvSpPr>
        <p:spPr>
          <a:xfrm>
            <a:off x="722311" y="18532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Звоним с телефона 1 на телефон 2 </a:t>
            </a:r>
          </a:p>
          <a:p>
            <a:r>
              <a:rPr lang="ru-RU" dirty="0"/>
              <a:t>У телефона 1 номер</a:t>
            </a:r>
            <a:r>
              <a:rPr lang="en-US" dirty="0"/>
              <a:t>:0002</a:t>
            </a:r>
          </a:p>
          <a:p>
            <a:r>
              <a:rPr lang="ru-RU" dirty="0"/>
              <a:t>У телефона 2 номер</a:t>
            </a:r>
            <a:r>
              <a:rPr lang="en-US" dirty="0"/>
              <a:t>:</a:t>
            </a:r>
            <a:r>
              <a:rPr lang="ru-RU" dirty="0"/>
              <a:t>0004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FC7742-9DE6-6507-7989-39F92808F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64" y="2974089"/>
            <a:ext cx="8155070" cy="35191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67B5B82-66A6-4F4D-9B94-911FE924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42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377C9-9D30-5D62-B09C-365663015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84C03-EAE4-C4A3-FB07-14CEF9603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80385"/>
            <a:ext cx="8946541" cy="4195481"/>
          </a:xfrm>
        </p:spPr>
        <p:txBody>
          <a:bodyPr/>
          <a:lstStyle/>
          <a:p>
            <a:r>
              <a:rPr lang="ru-RU" dirty="0"/>
              <a:t>В результате я построил сеть по заданию и настроил ее основные параметры </a:t>
            </a:r>
          </a:p>
          <a:p>
            <a:r>
              <a:rPr lang="ru-RU" dirty="0"/>
              <a:t>Я назначил </a:t>
            </a:r>
            <a:r>
              <a:rPr lang="en-US" dirty="0"/>
              <a:t>IP </a:t>
            </a:r>
            <a:r>
              <a:rPr lang="ru-RU" dirty="0"/>
              <a:t>адреса устройствам с помощью </a:t>
            </a:r>
            <a:r>
              <a:rPr lang="en-US" dirty="0"/>
              <a:t>DHCP </a:t>
            </a:r>
          </a:p>
          <a:p>
            <a:r>
              <a:rPr lang="ru-RU" dirty="0"/>
              <a:t>Настроил маршрутизатор между сетями с помощью </a:t>
            </a:r>
            <a:r>
              <a:rPr lang="en-US" dirty="0"/>
              <a:t>OSPF</a:t>
            </a:r>
            <a:r>
              <a:rPr lang="ru-RU" dirty="0"/>
              <a:t> что позволило разным сетям взаимодействовать между собой</a:t>
            </a:r>
          </a:p>
          <a:p>
            <a:r>
              <a:rPr lang="ru-RU" dirty="0"/>
              <a:t>После чего провел тест в результате которого выяснил что все устройства как и было положено обменивались данными а телефоны совершали звонки между собой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6E479-44FD-4022-BD1B-528CDD58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144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2E4E9-996C-689A-F547-3D0315764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220" y="252910"/>
            <a:ext cx="9885579" cy="1932580"/>
          </a:xfrm>
        </p:spPr>
        <p:txBody>
          <a:bodyPr/>
          <a:lstStyle/>
          <a:p>
            <a:r>
              <a:rPr lang="ru-RU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 проект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0376D9-6805-15D2-6FD7-9D46E7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1086" y="2076513"/>
            <a:ext cx="5990914" cy="1352487"/>
          </a:xfrm>
        </p:spPr>
        <p:txBody>
          <a:bodyPr>
            <a:normAutofit/>
          </a:bodyPr>
          <a:lstStyle/>
          <a:p>
            <a:pPr algn="r"/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Маршрутизируемая 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сеть с фильтрацией трафика и поддержкой распределяемой системы 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телефонии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94D16-AB1B-9624-7557-438EF5CFB17F}"/>
              </a:ext>
            </a:extLst>
          </p:cNvPr>
          <p:cNvSpPr txBox="1"/>
          <p:nvPr/>
        </p:nvSpPr>
        <p:spPr>
          <a:xfrm>
            <a:off x="6096000" y="3775275"/>
            <a:ext cx="61383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/>
              <a:t>Работу выполнил Студент</a:t>
            </a:r>
            <a:r>
              <a:rPr lang="en-US" dirty="0"/>
              <a:t>:</a:t>
            </a:r>
            <a:r>
              <a:rPr lang="ru-RU" dirty="0"/>
              <a:t> Толоконников Ратмир Сергеевич</a:t>
            </a:r>
          </a:p>
          <a:p>
            <a:pPr algn="r"/>
            <a:r>
              <a:rPr lang="ru-RU" dirty="0"/>
              <a:t>Группы</a:t>
            </a:r>
            <a:r>
              <a:rPr lang="en-US" dirty="0"/>
              <a:t>: </a:t>
            </a:r>
            <a:r>
              <a:rPr lang="ru-RU" dirty="0"/>
              <a:t>ИСиП-11</a:t>
            </a:r>
          </a:p>
          <a:p>
            <a:pPr algn="r"/>
            <a:r>
              <a:rPr lang="ru-RU" dirty="0"/>
              <a:t>Подольский колледж </a:t>
            </a:r>
            <a:r>
              <a:rPr lang="en-US" dirty="0"/>
              <a:t>“</a:t>
            </a:r>
            <a:r>
              <a:rPr lang="ru-RU" dirty="0"/>
              <a:t>Парус</a:t>
            </a:r>
            <a:r>
              <a:rPr lang="en-US" dirty="0"/>
              <a:t>”</a:t>
            </a:r>
          </a:p>
          <a:p>
            <a:pPr algn="r"/>
            <a:r>
              <a:rPr lang="en-US" dirty="0"/>
              <a:t>2026</a:t>
            </a:r>
            <a:r>
              <a:rPr lang="ru-RU" dirty="0"/>
              <a:t>г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EDF2E0B-B367-00AC-B20F-0EEB120EC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20" y="2076513"/>
            <a:ext cx="3901689" cy="39454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D96A9E-E5E2-45DC-AAB9-107B2519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4878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TM02836342[[fn=Ион]]</Template>
  <TotalTime>246</TotalTime>
  <Words>432</Words>
  <Application>Microsoft Office PowerPoint</Application>
  <PresentationFormat>Широкоэкранный</PresentationFormat>
  <Paragraphs>88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Ион</vt:lpstr>
      <vt:lpstr>Индивидуальный проект </vt:lpstr>
      <vt:lpstr>Задачи</vt:lpstr>
      <vt:lpstr>Схема</vt:lpstr>
      <vt:lpstr>Настройки IP адресов</vt:lpstr>
      <vt:lpstr>Проверка работы схемы</vt:lpstr>
      <vt:lpstr>Изменение схемы </vt:lpstr>
      <vt:lpstr>Настройки VLAN</vt:lpstr>
      <vt:lpstr>Настройка телефонов</vt:lpstr>
      <vt:lpstr>Проверяем работу </vt:lpstr>
      <vt:lpstr>Проверка телефонов </vt:lpstr>
      <vt:lpstr>Вывод</vt:lpstr>
      <vt:lpstr>Индивидуальный проект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Индивидуальный проект </dc:title>
  <dc:creator>Ратмир Толоконников</dc:creator>
  <cp:lastModifiedBy>unit_3</cp:lastModifiedBy>
  <cp:revision>4</cp:revision>
  <dcterms:created xsi:type="dcterms:W3CDTF">2026-05-20T20:19:20Z</dcterms:created>
  <dcterms:modified xsi:type="dcterms:W3CDTF">2026-05-28T07:23:24Z</dcterms:modified>
</cp:coreProperties>
</file>